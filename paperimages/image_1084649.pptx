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  <a:endParaRPr lang="tr-TR" smtClean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  <a:endParaRPr lang="tr-TR" smtClean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  <a:endParaRPr lang="tr-TR" smtClean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  <a:endParaRPr lang="tr-TR" smtClean="0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  <a:endParaRPr lang="tr-TR" smtClean="0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  <a:endParaRPr lang="tr-TR" smtClean="0"/>
          </a:p>
          <a:p>
            <a:pPr lvl="1"/>
            <a:r>
              <a:rPr lang="tr-TR" smtClean="0"/>
              <a:t>İkinci düzey</a:t>
            </a:r>
            <a:endParaRPr lang="tr-TR" smtClean="0"/>
          </a:p>
          <a:p>
            <a:pPr lvl="2"/>
            <a:r>
              <a:rPr lang="tr-TR" smtClean="0"/>
              <a:t>Üçüncü düzey</a:t>
            </a:r>
            <a:endParaRPr lang="tr-TR" smtClean="0"/>
          </a:p>
          <a:p>
            <a:pPr lvl="3"/>
            <a:r>
              <a:rPr lang="tr-TR" smtClean="0"/>
              <a:t>Dördüncü düzey</a:t>
            </a:r>
            <a:endParaRPr lang="tr-TR" smtClean="0"/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20E61-38E2-482B-AACE-247D94225BC0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CFD83-7508-42FA-859A-ADC05B7DC933}" type="slidenum">
              <a:rPr lang="tr-TR" smtClean="0"/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esim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3660" y="537845"/>
            <a:ext cx="8194675" cy="5782945"/>
          </a:xfrm>
          <a:prstGeom prst="rect">
            <a:avLst/>
          </a:prstGeom>
          <a:noFill/>
        </p:spPr>
      </p:pic>
      <p:pic>
        <p:nvPicPr>
          <p:cNvPr id="21" name="Resim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59525" y="1246505"/>
            <a:ext cx="1686560" cy="21088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Geniş ekran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Teması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windows10</dc:creator>
  <cp:lastModifiedBy>Yakup Kutlu</cp:lastModifiedBy>
  <cp:revision>7</cp:revision>
  <dcterms:created xsi:type="dcterms:W3CDTF">2024-07-14T11:22:00Z</dcterms:created>
  <dcterms:modified xsi:type="dcterms:W3CDTF">2024-07-28T12:03:32Z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BC87D0EBD28547AEB743F0C05B413339_12</vt:lpwstr>
  </property>
  <property fmtid="{D5CDD505-2E9C-101B-9397-08002B2CF9AE}" pid="3" name="KSOProductBuildVer">
    <vt:lpwstr>1033-12.2.0.17153</vt:lpwstr>
  </property>
</Properties>
</file>