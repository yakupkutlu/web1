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14C8-EA28-4F1F-972C-7DADA6B30027}" type="datetimeFigureOut">
              <a:rPr lang="tr-TR" smtClean="0"/>
              <a:t>6.10.2018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94930-CF6E-4E55-B24A-DAABF611442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3036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14C8-EA28-4F1F-972C-7DADA6B30027}" type="datetimeFigureOut">
              <a:rPr lang="tr-TR" smtClean="0"/>
              <a:t>6.10.2018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94930-CF6E-4E55-B24A-DAABF611442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0456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14C8-EA28-4F1F-972C-7DADA6B30027}" type="datetimeFigureOut">
              <a:rPr lang="tr-TR" smtClean="0"/>
              <a:t>6.10.2018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94930-CF6E-4E55-B24A-DAABF611442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77481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14C8-EA28-4F1F-972C-7DADA6B30027}" type="datetimeFigureOut">
              <a:rPr lang="tr-TR" smtClean="0"/>
              <a:t>6.10.2018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94930-CF6E-4E55-B24A-DAABF611442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4615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14C8-EA28-4F1F-972C-7DADA6B30027}" type="datetimeFigureOut">
              <a:rPr lang="tr-TR" smtClean="0"/>
              <a:t>6.10.2018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94930-CF6E-4E55-B24A-DAABF611442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0166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14C8-EA28-4F1F-972C-7DADA6B30027}" type="datetimeFigureOut">
              <a:rPr lang="tr-TR" smtClean="0"/>
              <a:t>6.10.2018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94930-CF6E-4E55-B24A-DAABF611442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46321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14C8-EA28-4F1F-972C-7DADA6B30027}" type="datetimeFigureOut">
              <a:rPr lang="tr-TR" smtClean="0"/>
              <a:t>6.10.2018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94930-CF6E-4E55-B24A-DAABF611442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3331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14C8-EA28-4F1F-972C-7DADA6B30027}" type="datetimeFigureOut">
              <a:rPr lang="tr-TR" smtClean="0"/>
              <a:t>6.10.2018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94930-CF6E-4E55-B24A-DAABF611442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469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14C8-EA28-4F1F-972C-7DADA6B30027}" type="datetimeFigureOut">
              <a:rPr lang="tr-TR" smtClean="0"/>
              <a:t>6.10.2018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94930-CF6E-4E55-B24A-DAABF611442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97986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14C8-EA28-4F1F-972C-7DADA6B30027}" type="datetimeFigureOut">
              <a:rPr lang="tr-TR" smtClean="0"/>
              <a:t>6.10.2018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94930-CF6E-4E55-B24A-DAABF611442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94598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14C8-EA28-4F1F-972C-7DADA6B30027}" type="datetimeFigureOut">
              <a:rPr lang="tr-TR" smtClean="0"/>
              <a:t>6.10.2018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94930-CF6E-4E55-B24A-DAABF611442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1278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714C8-EA28-4F1F-972C-7DADA6B30027}" type="datetimeFigureOut">
              <a:rPr lang="tr-TR" smtClean="0"/>
              <a:t>6.10.2018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94930-CF6E-4E55-B24A-DAABF611442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55038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 3"/>
          <p:cNvGrpSpPr/>
          <p:nvPr/>
        </p:nvGrpSpPr>
        <p:grpSpPr>
          <a:xfrm>
            <a:off x="1247006" y="0"/>
            <a:ext cx="9697987" cy="6858000"/>
            <a:chOff x="1247006" y="0"/>
            <a:chExt cx="9697987" cy="6858000"/>
          </a:xfrm>
        </p:grpSpPr>
        <p:grpSp>
          <p:nvGrpSpPr>
            <p:cNvPr id="6" name="Grup 5"/>
            <p:cNvGrpSpPr/>
            <p:nvPr/>
          </p:nvGrpSpPr>
          <p:grpSpPr>
            <a:xfrm>
              <a:off x="1247006" y="0"/>
              <a:ext cx="9697987" cy="6858000"/>
              <a:chOff x="1247006" y="0"/>
              <a:chExt cx="9697987" cy="6858000"/>
            </a:xfrm>
          </p:grpSpPr>
          <p:pic>
            <p:nvPicPr>
              <p:cNvPr id="2" name="Resim 1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47006" y="0"/>
                <a:ext cx="9697987" cy="6858000"/>
              </a:xfrm>
              <a:prstGeom prst="rect">
                <a:avLst/>
              </a:prstGeom>
            </p:spPr>
          </p:pic>
          <p:grpSp>
            <p:nvGrpSpPr>
              <p:cNvPr id="3" name="Grup 2"/>
              <p:cNvGrpSpPr/>
              <p:nvPr/>
            </p:nvGrpSpPr>
            <p:grpSpPr>
              <a:xfrm>
                <a:off x="7693795" y="4324473"/>
                <a:ext cx="3251198" cy="992937"/>
                <a:chOff x="8156819" y="4550105"/>
                <a:chExt cx="3251198" cy="992937"/>
              </a:xfrm>
            </p:grpSpPr>
            <p:sp>
              <p:nvSpPr>
                <p:cNvPr id="7" name="Metin kutusu 6"/>
                <p:cNvSpPr txBox="1"/>
                <p:nvPr/>
              </p:nvSpPr>
              <p:spPr>
                <a:xfrm>
                  <a:off x="9186999" y="4550105"/>
                  <a:ext cx="119083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Color Scale</a:t>
                  </a:r>
                  <a:endPara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Metin kutusu 18"/>
                <p:cNvSpPr txBox="1"/>
                <p:nvPr/>
              </p:nvSpPr>
              <p:spPr>
                <a:xfrm>
                  <a:off x="8156819" y="5193980"/>
                  <a:ext cx="28886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tr-TR" sz="16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Metin kutusu 24"/>
                <p:cNvSpPr txBox="1"/>
                <p:nvPr/>
              </p:nvSpPr>
              <p:spPr>
                <a:xfrm>
                  <a:off x="11018167" y="5204488"/>
                  <a:ext cx="38985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tr-TR" sz="16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45</a:t>
                  </a:r>
                  <a:endPara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pic>
          <p:nvPicPr>
            <p:cNvPr id="9" name="Resim 8"/>
            <p:cNvPicPr>
              <a:picLocks noChangeAspect="1"/>
            </p:cNvPicPr>
            <p:nvPr/>
          </p:nvPicPr>
          <p:blipFill rotWithShape="1">
            <a:blip r:embed="rId3"/>
            <a:srcRect b="5701"/>
            <a:stretch/>
          </p:blipFill>
          <p:spPr>
            <a:xfrm rot="16200000">
              <a:off x="9146659" y="3318969"/>
              <a:ext cx="351454" cy="303957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132177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006" y="0"/>
            <a:ext cx="9697987" cy="6858000"/>
          </a:xfrm>
          <a:prstGeom prst="rect">
            <a:avLst/>
          </a:prstGeom>
        </p:spPr>
      </p:pic>
      <p:grpSp>
        <p:nvGrpSpPr>
          <p:cNvPr id="6" name="Grup 5"/>
          <p:cNvGrpSpPr/>
          <p:nvPr/>
        </p:nvGrpSpPr>
        <p:grpSpPr>
          <a:xfrm>
            <a:off x="7745464" y="4348225"/>
            <a:ext cx="3199529" cy="994434"/>
            <a:chOff x="8156819" y="4550105"/>
            <a:chExt cx="3199529" cy="994434"/>
          </a:xfrm>
        </p:grpSpPr>
        <p:sp>
          <p:nvSpPr>
            <p:cNvPr id="7" name="Metin kutusu 6"/>
            <p:cNvSpPr txBox="1"/>
            <p:nvPr/>
          </p:nvSpPr>
          <p:spPr>
            <a:xfrm>
              <a:off x="9186999" y="4550105"/>
              <a:ext cx="11908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Color Scale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8156819" y="5193980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tr-TR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Metin kutusu 24"/>
            <p:cNvSpPr txBox="1"/>
            <p:nvPr/>
          </p:nvSpPr>
          <p:spPr>
            <a:xfrm>
              <a:off x="10966498" y="5188791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45</a:t>
              </a:r>
              <a:endParaRPr lang="tr-TR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Metin kutusu 7"/>
            <p:cNvSpPr txBox="1"/>
            <p:nvPr/>
          </p:nvSpPr>
          <p:spPr>
            <a:xfrm>
              <a:off x="8469500" y="5200026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tr-TR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Metin kutusu 8"/>
            <p:cNvSpPr txBox="1"/>
            <p:nvPr/>
          </p:nvSpPr>
          <p:spPr>
            <a:xfrm>
              <a:off x="8926671" y="5188791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tr-TR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Metin kutusu 9"/>
            <p:cNvSpPr txBox="1"/>
            <p:nvPr/>
          </p:nvSpPr>
          <p:spPr>
            <a:xfrm>
              <a:off x="9367621" y="5202526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lang="tr-TR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Metin kutusu 10"/>
            <p:cNvSpPr txBox="1"/>
            <p:nvPr/>
          </p:nvSpPr>
          <p:spPr>
            <a:xfrm>
              <a:off x="9873207" y="5202001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  <a:endParaRPr lang="tr-TR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Metin kutusu 11"/>
            <p:cNvSpPr txBox="1"/>
            <p:nvPr/>
          </p:nvSpPr>
          <p:spPr>
            <a:xfrm>
              <a:off x="10474519" y="5205985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35</a:t>
              </a:r>
              <a:endParaRPr lang="tr-TR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4" name="Resim 13"/>
          <p:cNvPicPr>
            <a:picLocks noChangeAspect="1"/>
          </p:cNvPicPr>
          <p:nvPr/>
        </p:nvPicPr>
        <p:blipFill rotWithShape="1">
          <a:blip r:embed="rId3"/>
          <a:srcRect b="5701"/>
          <a:stretch/>
        </p:blipFill>
        <p:spPr>
          <a:xfrm rot="16200000">
            <a:off x="9146659" y="3318969"/>
            <a:ext cx="351454" cy="303957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46111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 1"/>
          <p:cNvGrpSpPr/>
          <p:nvPr/>
        </p:nvGrpSpPr>
        <p:grpSpPr>
          <a:xfrm>
            <a:off x="0" y="396822"/>
            <a:ext cx="12192000" cy="6064353"/>
            <a:chOff x="0" y="396822"/>
            <a:chExt cx="12192000" cy="6064353"/>
          </a:xfrm>
        </p:grpSpPr>
        <p:pic>
          <p:nvPicPr>
            <p:cNvPr id="18" name="Resim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6822"/>
              <a:ext cx="12192000" cy="6064353"/>
            </a:xfrm>
            <a:prstGeom prst="rect">
              <a:avLst/>
            </a:prstGeom>
          </p:spPr>
        </p:pic>
        <p:pic>
          <p:nvPicPr>
            <p:cNvPr id="15" name="Resim 14"/>
            <p:cNvPicPr>
              <a:picLocks noChangeAspect="1"/>
            </p:cNvPicPr>
            <p:nvPr/>
          </p:nvPicPr>
          <p:blipFill rotWithShape="1">
            <a:blip r:embed="rId3"/>
            <a:srcRect b="5701"/>
            <a:stretch/>
          </p:blipFill>
          <p:spPr>
            <a:xfrm>
              <a:off x="9410917" y="2578831"/>
              <a:ext cx="371491" cy="2748655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6" name="Metin kutusu 5"/>
            <p:cNvSpPr txBox="1"/>
            <p:nvPr/>
          </p:nvSpPr>
          <p:spPr>
            <a:xfrm>
              <a:off x="1787038" y="1462550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1990</a:t>
              </a:r>
              <a:endParaRPr lang="tr-TR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Metin kutusu 15"/>
            <p:cNvSpPr txBox="1"/>
            <p:nvPr/>
          </p:nvSpPr>
          <p:spPr>
            <a:xfrm rot="20812038">
              <a:off x="2152003" y="2085970"/>
              <a:ext cx="10594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Sea of </a:t>
              </a:r>
            </a:p>
            <a:p>
              <a:pPr algn="ctr"/>
              <a:r>
                <a:rPr lang="en-US" sz="1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Marmara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9758658" y="2516430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tr-TR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Metin kutusu 20"/>
            <p:cNvSpPr txBox="1"/>
            <p:nvPr/>
          </p:nvSpPr>
          <p:spPr>
            <a:xfrm>
              <a:off x="9772137" y="2905510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tr-TR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9779414" y="3259722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tr-TR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Metin kutusu 22"/>
            <p:cNvSpPr txBox="1"/>
            <p:nvPr/>
          </p:nvSpPr>
          <p:spPr>
            <a:xfrm>
              <a:off x="9770533" y="3606007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tr-TR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Metin kutusu 23"/>
            <p:cNvSpPr txBox="1"/>
            <p:nvPr/>
          </p:nvSpPr>
          <p:spPr>
            <a:xfrm>
              <a:off x="9776554" y="3979264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tr-TR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Metin kutusu 24"/>
            <p:cNvSpPr txBox="1"/>
            <p:nvPr/>
          </p:nvSpPr>
          <p:spPr>
            <a:xfrm>
              <a:off x="9767539" y="4722189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18</a:t>
              </a:r>
              <a:endParaRPr lang="tr-TR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Metin kutusu 25"/>
            <p:cNvSpPr txBox="1"/>
            <p:nvPr/>
          </p:nvSpPr>
          <p:spPr>
            <a:xfrm>
              <a:off x="9764679" y="5060200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lang="tr-TR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Metin kutusu 26"/>
            <p:cNvSpPr txBox="1"/>
            <p:nvPr/>
          </p:nvSpPr>
          <p:spPr>
            <a:xfrm>
              <a:off x="9767539" y="4352533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lang="tr-TR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Metin kutusu 16"/>
            <p:cNvSpPr txBox="1"/>
            <p:nvPr/>
          </p:nvSpPr>
          <p:spPr>
            <a:xfrm>
              <a:off x="8968085" y="2254310"/>
              <a:ext cx="13046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Colo</a:t>
              </a:r>
              <a:r>
                <a:rPr lang="tr-TR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 </a:t>
              </a:r>
              <a:r>
                <a:rPr lang="en-US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Scale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1573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1247006" y="0"/>
            <a:ext cx="9697987" cy="6858000"/>
            <a:chOff x="1247006" y="0"/>
            <a:chExt cx="9697987" cy="6858000"/>
          </a:xfrm>
        </p:grpSpPr>
        <p:grpSp>
          <p:nvGrpSpPr>
            <p:cNvPr id="4" name="Grup 3"/>
            <p:cNvGrpSpPr/>
            <p:nvPr/>
          </p:nvGrpSpPr>
          <p:grpSpPr>
            <a:xfrm>
              <a:off x="1247006" y="0"/>
              <a:ext cx="9697987" cy="6858000"/>
              <a:chOff x="1247006" y="0"/>
              <a:chExt cx="9697987" cy="6858000"/>
            </a:xfrm>
          </p:grpSpPr>
          <p:pic>
            <p:nvPicPr>
              <p:cNvPr id="2" name="Resim 1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47006" y="0"/>
                <a:ext cx="9697987" cy="6858000"/>
              </a:xfrm>
              <a:prstGeom prst="rect">
                <a:avLst/>
              </a:prstGeom>
            </p:spPr>
          </p:pic>
          <p:grpSp>
            <p:nvGrpSpPr>
              <p:cNvPr id="3" name="Grup 2"/>
              <p:cNvGrpSpPr/>
              <p:nvPr/>
            </p:nvGrpSpPr>
            <p:grpSpPr>
              <a:xfrm>
                <a:off x="8946954" y="2180901"/>
                <a:ext cx="1190839" cy="3063459"/>
                <a:chOff x="9362590" y="2169025"/>
                <a:chExt cx="1190839" cy="3063459"/>
              </a:xfrm>
            </p:grpSpPr>
            <p:sp>
              <p:nvSpPr>
                <p:cNvPr id="7" name="Metin kutusu 6"/>
                <p:cNvSpPr txBox="1"/>
                <p:nvPr/>
              </p:nvSpPr>
              <p:spPr>
                <a:xfrm>
                  <a:off x="9362590" y="2169025"/>
                  <a:ext cx="119083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Color Scale</a:t>
                  </a:r>
                  <a:endPara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" name="Metin kutusu 7"/>
                <p:cNvSpPr txBox="1"/>
                <p:nvPr/>
              </p:nvSpPr>
              <p:spPr>
                <a:xfrm>
                  <a:off x="10092186" y="2428622"/>
                  <a:ext cx="28886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tr-TR" sz="16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" name="Metin kutusu 8"/>
                <p:cNvSpPr txBox="1"/>
                <p:nvPr/>
              </p:nvSpPr>
              <p:spPr>
                <a:xfrm>
                  <a:off x="10074362" y="4893930"/>
                  <a:ext cx="38985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tr-TR" sz="16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45</a:t>
                  </a:r>
                  <a:endPara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pic>
          <p:nvPicPr>
            <p:cNvPr id="10" name="Resim 9"/>
            <p:cNvPicPr>
              <a:picLocks noChangeAspect="1"/>
            </p:cNvPicPr>
            <p:nvPr/>
          </p:nvPicPr>
          <p:blipFill rotWithShape="1">
            <a:blip r:embed="rId3"/>
            <a:srcRect b="5701"/>
            <a:stretch/>
          </p:blipFill>
          <p:spPr>
            <a:xfrm>
              <a:off x="9303200" y="2519456"/>
              <a:ext cx="371491" cy="2634436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30752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33</Words>
  <Application>Microsoft Office PowerPoint</Application>
  <PresentationFormat>Geniş ekran</PresentationFormat>
  <Paragraphs>26</Paragraphs>
  <Slides>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Teması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Servet</dc:creator>
  <cp:lastModifiedBy>Servet</cp:lastModifiedBy>
  <cp:revision>11</cp:revision>
  <dcterms:created xsi:type="dcterms:W3CDTF">2018-09-29T08:31:37Z</dcterms:created>
  <dcterms:modified xsi:type="dcterms:W3CDTF">2018-10-06T17:50:10Z</dcterms:modified>
</cp:coreProperties>
</file>