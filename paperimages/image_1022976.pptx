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62449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6579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40231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64897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1117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8097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740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72563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9059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605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130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20E61-38E2-482B-AACE-247D94225BC0}" type="datetimeFigureOut">
              <a:rPr lang="tr-TR" smtClean="0"/>
              <a:t>14.07.2024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CFD83-7508-42FA-859A-ADC05B7DC93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400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18" Type="http://schemas.openxmlformats.org/officeDocument/2006/relationships/image" Target="../media/image10.png"/><Relationship Id="rId3" Type="http://schemas.openxmlformats.org/officeDocument/2006/relationships/image" Target="../media/image2.jpeg"/><Relationship Id="rId21" Type="http://schemas.microsoft.com/office/2007/relationships/hdphoto" Target="../media/hdphoto9.wdp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17" Type="http://schemas.microsoft.com/office/2007/relationships/hdphoto" Target="../media/hdphoto7.wdp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6.png"/><Relationship Id="rId19" Type="http://schemas.microsoft.com/office/2007/relationships/hdphoto" Target="../media/hdphoto8.wdp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 17"/>
          <p:cNvGrpSpPr/>
          <p:nvPr/>
        </p:nvGrpSpPr>
        <p:grpSpPr>
          <a:xfrm>
            <a:off x="295913" y="371211"/>
            <a:ext cx="11638273" cy="6096528"/>
            <a:chOff x="295913" y="371211"/>
            <a:chExt cx="11638273" cy="6096528"/>
          </a:xfrm>
        </p:grpSpPr>
        <p:grpSp>
          <p:nvGrpSpPr>
            <p:cNvPr id="17" name="Grup 16"/>
            <p:cNvGrpSpPr/>
            <p:nvPr/>
          </p:nvGrpSpPr>
          <p:grpSpPr>
            <a:xfrm>
              <a:off x="295913" y="371211"/>
              <a:ext cx="11638273" cy="6096528"/>
              <a:chOff x="295913" y="371211"/>
              <a:chExt cx="11638273" cy="6096528"/>
            </a:xfrm>
          </p:grpSpPr>
          <p:grpSp>
            <p:nvGrpSpPr>
              <p:cNvPr id="15" name="Grup 14"/>
              <p:cNvGrpSpPr/>
              <p:nvPr/>
            </p:nvGrpSpPr>
            <p:grpSpPr>
              <a:xfrm>
                <a:off x="295913" y="371211"/>
                <a:ext cx="11638273" cy="6096528"/>
                <a:chOff x="276863" y="380736"/>
                <a:chExt cx="11638273" cy="6096528"/>
              </a:xfrm>
            </p:grpSpPr>
            <p:grpSp>
              <p:nvGrpSpPr>
                <p:cNvPr id="13" name="Grup 12"/>
                <p:cNvGrpSpPr/>
                <p:nvPr/>
              </p:nvGrpSpPr>
              <p:grpSpPr>
                <a:xfrm>
                  <a:off x="276863" y="380736"/>
                  <a:ext cx="11638273" cy="6096528"/>
                  <a:chOff x="276863" y="380736"/>
                  <a:chExt cx="11638273" cy="6096528"/>
                </a:xfrm>
              </p:grpSpPr>
              <p:pic>
                <p:nvPicPr>
                  <p:cNvPr id="5" name="Resim 4"/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276863" y="380736"/>
                    <a:ext cx="11638273" cy="6096528"/>
                  </a:xfrm>
                  <a:prstGeom prst="rect">
                    <a:avLst/>
                  </a:prstGeom>
                </p:spPr>
              </p:pic>
              <p:pic>
                <p:nvPicPr>
                  <p:cNvPr id="4" name="Picture 3"/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276864" y="380737"/>
                    <a:ext cx="2533012" cy="1688674"/>
                  </a:xfrm>
                  <a:prstGeom prst="rect">
                    <a:avLst/>
                  </a:prstGeom>
                </p:spPr>
              </p:pic>
              <p:pic>
                <p:nvPicPr>
                  <p:cNvPr id="6" name="Picture 12" descr="Pomadasys stridens ile ilgili gÃ¶rsel sonucu">
                    <a:extLst>
                      <a:ext uri="{FF2B5EF4-FFF2-40B4-BE49-F238E27FC236}">
                        <a16:creationId xmlns:a16="http://schemas.microsoft.com/office/drawing/2014/main" id="{8948CBD5-615F-7A44-A4F2-82B8E4A7DD6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BEBA8EAE-BF5A-486C-A8C5-ECC9F3942E4B}">
                        <a14:imgProps xmlns:a14="http://schemas.microsoft.com/office/drawing/2010/main">
                          <a14:imgLayer r:embed="rId5">
                            <a14:imgEffect>
                              <a14:backgroundRemoval t="2432" b="100000" l="0" r="1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037522" y="5127937"/>
                    <a:ext cx="1229427" cy="74904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7" name="Resim 6">
                    <a:extLst>
                      <a:ext uri="{FF2B5EF4-FFF2-40B4-BE49-F238E27FC236}">
                        <a16:creationId xmlns:a16="http://schemas.microsoft.com/office/drawing/2014/main" id="{744EB0EA-2A54-BE4C-AA35-EB6637D13E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6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BEBA8EAE-BF5A-486C-A8C5-ECC9F3942E4B}">
                        <a14:imgProps xmlns:a14="http://schemas.microsoft.com/office/drawing/2010/main">
                          <a14:imgLayer r:embed="rId7">
                            <a14:imgEffect>
                              <a14:backgroundRemoval t="19126" b="81421" l="0" r="100000"/>
                            </a14:imgEffect>
                          </a14:imgLayer>
                        </a14:imgProps>
                      </a:ext>
                    </a:extLst>
                  </a:blip>
                  <a:srcRect l="-1" t="18651" r="5465" b="15689"/>
                  <a:stretch/>
                </p:blipFill>
                <p:spPr>
                  <a:xfrm>
                    <a:off x="2223854" y="5039661"/>
                    <a:ext cx="2198780" cy="1014401"/>
                  </a:xfrm>
                  <a:prstGeom prst="rect">
                    <a:avLst/>
                  </a:prstGeom>
                </p:spPr>
              </p:pic>
              <p:pic>
                <p:nvPicPr>
                  <p:cNvPr id="8" name="Picture 8" descr="Ä°lgili resim"/>
                  <p:cNvPicPr>
                    <a:picLocks noChangeAspect="1" noChangeArrowheads="1"/>
                  </p:cNvPicPr>
                  <p:nvPr/>
                </p:nvPicPr>
                <p:blipFill>
                  <a:blip r:embed="rId8" cstate="print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BEBA8EAE-BF5A-486C-A8C5-ECC9F3942E4B}">
                        <a14:imgProps xmlns:a14="http://schemas.microsoft.com/office/drawing/2010/main">
                          <a14:imgLayer r:embed="rId9">
                            <a14:imgEffect>
                              <a14:saturation sat="4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7200893" y="5502457"/>
                    <a:ext cx="1337417" cy="95816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" name="Resim 9"/>
                  <p:cNvPicPr>
                    <a:picLocks noChangeAspect="1"/>
                  </p:cNvPicPr>
                  <p:nvPr/>
                </p:nvPicPr>
                <p:blipFill>
                  <a:blip r:embed="rId10">
                    <a:extLst>
                      <a:ext uri="{BEBA8EAE-BF5A-486C-A8C5-ECC9F3942E4B}">
                        <a14:imgProps xmlns:a14="http://schemas.microsoft.com/office/drawing/2010/main">
                          <a14:imgLayer r:embed="rId11">
                            <a14:imgEffect>
                              <a14:backgroundRemoval t="2509" b="100000" l="629" r="99214">
                                <a14:foregroundMark x1="75943" y1="64158" x2="75943" y2="64158"/>
                              </a14:backgroundRemoval>
                            </a14:imgEffect>
                          </a14:imgLayer>
                        </a14:imgProps>
                      </a:ext>
                    </a:extLst>
                  </a:blip>
                  <a:stretch>
                    <a:fillRect/>
                  </a:stretch>
                </p:blipFill>
                <p:spPr>
                  <a:xfrm flipH="1">
                    <a:off x="4770933" y="957129"/>
                    <a:ext cx="1262398" cy="553788"/>
                  </a:xfrm>
                  <a:prstGeom prst="rect">
                    <a:avLst/>
                  </a:prstGeom>
                </p:spPr>
              </p:pic>
              <p:sp>
                <p:nvSpPr>
                  <p:cNvPr id="11" name="Metin kutusu 10"/>
                  <p:cNvSpPr txBox="1"/>
                  <p:nvPr/>
                </p:nvSpPr>
                <p:spPr>
                  <a:xfrm>
                    <a:off x="8357787" y="772463"/>
                    <a:ext cx="340548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tr-TR" dirty="0" smtClean="0">
                        <a:solidFill>
                          <a:srgbClr val="C00000"/>
                        </a:solidFill>
                      </a:rPr>
                      <a:t>Turan </a:t>
                    </a:r>
                    <a:r>
                      <a:rPr lang="tr-TR" i="1" dirty="0" smtClean="0">
                        <a:solidFill>
                          <a:srgbClr val="C00000"/>
                        </a:solidFill>
                      </a:rPr>
                      <a:t>et al</a:t>
                    </a:r>
                    <a:r>
                      <a:rPr lang="tr-TR" dirty="0" smtClean="0">
                        <a:solidFill>
                          <a:srgbClr val="C00000"/>
                        </a:solidFill>
                      </a:rPr>
                      <a:t>., 2024 (</a:t>
                    </a:r>
                    <a:r>
                      <a:rPr lang="tr-TR" dirty="0" err="1" smtClean="0">
                        <a:solidFill>
                          <a:srgbClr val="C00000"/>
                        </a:solidFill>
                      </a:rPr>
                      <a:t>Tethys</a:t>
                    </a:r>
                    <a:r>
                      <a:rPr lang="tr-TR" dirty="0" smtClean="0">
                        <a:solidFill>
                          <a:srgbClr val="C00000"/>
                        </a:solidFill>
                      </a:rPr>
                      <a:t> </a:t>
                    </a:r>
                    <a:r>
                      <a:rPr lang="tr-TR" dirty="0" err="1" smtClean="0">
                        <a:solidFill>
                          <a:srgbClr val="C00000"/>
                        </a:solidFill>
                      </a:rPr>
                      <a:t>Env.Sci</a:t>
                    </a:r>
                    <a:r>
                      <a:rPr lang="tr-TR" dirty="0" smtClean="0">
                        <a:solidFill>
                          <a:srgbClr val="C00000"/>
                        </a:solidFill>
                      </a:rPr>
                      <a:t>.)</a:t>
                    </a:r>
                    <a:endParaRPr lang="tr-TR" dirty="0">
                      <a:solidFill>
                        <a:srgbClr val="C00000"/>
                      </a:solidFill>
                    </a:endParaRPr>
                  </a:p>
                </p:txBody>
              </p:sp>
              <p:pic>
                <p:nvPicPr>
                  <p:cNvPr id="12" name="Resim 11"/>
                  <p:cNvPicPr>
                    <a:picLocks noChangeAspect="1"/>
                  </p:cNvPicPr>
                  <p:nvPr/>
                </p:nvPicPr>
                <p:blipFill rotWithShape="1">
                  <a:blip r:embed="rId12">
                    <a:extLst>
                      <a:ext uri="{BEBA8EAE-BF5A-486C-A8C5-ECC9F3942E4B}">
                        <a14:imgProps xmlns:a14="http://schemas.microsoft.com/office/drawing/2010/main">
                          <a14:imgLayer r:embed="rId13">
                            <a14:imgEffect>
                              <a14:backgroundRemoval t="10000" b="90000" l="4103" r="98718"/>
                            </a14:imgEffect>
                          </a14:imgLayer>
                        </a14:imgProps>
                      </a:ext>
                    </a:extLst>
                  </a:blip>
                  <a:srcRect l="8403" t="13571" r="3393" b="20179"/>
                  <a:stretch/>
                </p:blipFill>
                <p:spPr>
                  <a:xfrm flipH="1">
                    <a:off x="1225996" y="2269088"/>
                    <a:ext cx="1259458" cy="679157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4" name="Resim 13"/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BEBA8EAE-BF5A-486C-A8C5-ECC9F3942E4B}">
                      <a14:imgProps xmlns:a14="http://schemas.microsoft.com/office/drawing/2010/main">
                        <a14:imgLayer r:embed="rId15">
                          <a14:imgEffect>
                            <a14:backgroundRemoval t="4675" b="95122" l="385" r="100000">
                              <a14:foregroundMark x1="50771" y1="82317" x2="50771" y2="82317"/>
                              <a14:foregroundMark x1="55491" y1="79675" x2="55491" y2="79675"/>
                              <a14:foregroundMark x1="58478" y1="77236" x2="58478" y2="77236"/>
                              <a14:foregroundMark x1="60790" y1="74797" x2="60790" y2="74797"/>
                              <a14:foregroundMark x1="61657" y1="73374" x2="61657" y2="73374"/>
                              <a14:foregroundMark x1="52890" y1="82724" x2="52890" y2="82724"/>
                              <a14:foregroundMark x1="49518" y1="86585" x2="49518" y2="86585"/>
                              <a14:foregroundMark x1="26590" y1="84350" x2="26590" y2="84350"/>
                              <a14:foregroundMark x1="26108" y1="90244" x2="26108" y2="90244"/>
                              <a14:foregroundMark x1="25241" y1="89837" x2="25241" y2="89837"/>
                              <a14:foregroundMark x1="22832" y1="86585" x2="22832" y2="86585"/>
                              <a14:foregroundMark x1="47013" y1="10976" x2="47013" y2="10976"/>
                              <a14:foregroundMark x1="32755" y1="19309" x2="32755" y2="19309"/>
                              <a14:foregroundMark x1="32563" y1="25610" x2="32563" y2="25610"/>
                              <a14:foregroundMark x1="35356" y1="23780" x2="35356" y2="23780"/>
                              <a14:foregroundMark x1="34778" y1="26016" x2="34778" y2="26016"/>
                              <a14:foregroundMark x1="27457" y1="27642" x2="27457" y2="27642"/>
                              <a14:foregroundMark x1="28131" y1="16260" x2="28131" y2="16260"/>
                              <a14:foregroundMark x1="31599" y1="11382" x2="31599" y2="11382"/>
                              <a14:foregroundMark x1="30925" y1="15447" x2="30925" y2="15447"/>
                              <a14:foregroundMark x1="30636" y1="17886" x2="30636" y2="17886"/>
                              <a14:foregroundMark x1="29576" y1="20935" x2="29576" y2="20935"/>
                              <a14:foregroundMark x1="29191" y1="23577" x2="29191" y2="23577"/>
                              <a14:foregroundMark x1="50482" y1="89634" x2="50482" y2="89634"/>
                              <a14:foregroundMark x1="28420" y1="13008" x2="28420" y2="13008"/>
                              <a14:foregroundMark x1="28516" y1="11382" x2="28516" y2="11382"/>
                            </a14:backgroundRemoval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937549" y="485789"/>
                  <a:ext cx="1066532" cy="505524"/>
                </a:xfrm>
                <a:prstGeom prst="rect">
                  <a:avLst/>
                </a:prstGeom>
              </p:spPr>
            </p:pic>
          </p:grpSp>
          <p:pic>
            <p:nvPicPr>
              <p:cNvPr id="2" name="Resim 1"/>
              <p:cNvPicPr>
                <a:picLocks noChangeAspect="1"/>
              </p:cNvPicPr>
              <p:nvPr/>
            </p:nvPicPr>
            <p:blipFill rotWithShape="1">
              <a:blip r:embed="rId16" cstate="print">
                <a:extLst>
                  <a:ext uri="{BEBA8EAE-BF5A-486C-A8C5-ECC9F3942E4B}">
                    <a14:imgProps xmlns:a14="http://schemas.microsoft.com/office/drawing/2010/main">
                      <a14:imgLayer r:embed="rId17">
                        <a14:imgEffect>
                          <a14:backgroundRemoval t="32201" b="63554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3056" b="35972"/>
              <a:stretch/>
            </p:blipFill>
            <p:spPr>
              <a:xfrm flipH="1">
                <a:off x="690812" y="4012633"/>
                <a:ext cx="2558426" cy="594301"/>
              </a:xfrm>
              <a:prstGeom prst="rect">
                <a:avLst/>
              </a:prstGeom>
            </p:spPr>
          </p:pic>
          <p:pic>
            <p:nvPicPr>
              <p:cNvPr id="16" name="Picture 18" descr="레드 씨 고트피쉬(Red Sea goatfish). Parupeneus forsskali (Fourmanoir &amp; Guézé,  1976)."/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BEBA8EAE-BF5A-486C-A8C5-ECC9F3942E4B}">
                    <a14:imgProps xmlns:a14="http://schemas.microsoft.com/office/drawing/2010/main">
                      <a14:imgLayer r:embed="rId19">
                        <a14:imgEffect>
                          <a14:backgroundRemoval t="1606" b="97189" l="586" r="99805">
                            <a14:foregroundMark x1="10547" y1="73092" x2="10547" y2="73092"/>
                            <a14:foregroundMark x1="8398" y1="74297" x2="8398" y2="74297"/>
                            <a14:foregroundMark x1="8398" y1="74297" x2="12891" y2="83133"/>
                            <a14:foregroundMark x1="15234" y1="78715" x2="16406" y2="80321"/>
                            <a14:foregroundMark x1="12891" y1="83936" x2="15234" y2="86345"/>
                            <a14:foregroundMark x1="16602" y1="81928" x2="16602" y2="81928"/>
                            <a14:foregroundMark x1="15430" y1="87149" x2="17188" y2="81526"/>
                            <a14:foregroundMark x1="43555" y1="8032" x2="43555" y2="8032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9865" y="5169822"/>
                <a:ext cx="755690" cy="3675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Resim 2"/>
              <p:cNvPicPr>
                <a:picLocks noChangeAspect="1"/>
              </p:cNvPicPr>
              <p:nvPr/>
            </p:nvPicPr>
            <p:blipFill>
              <a:blip r:embed="rId20">
                <a:extLst>
                  <a:ext uri="{BEBA8EAE-BF5A-486C-A8C5-ECC9F3942E4B}">
                    <a14:imgProps xmlns:a14="http://schemas.microsoft.com/office/drawing/2010/main">
                      <a14:imgLayer r:embed="rId21">
                        <a14:imgEffect>
                          <a14:backgroundRemoval t="2660" b="96809" l="898" r="100000">
                            <a14:backgroundMark x1="45422" y1="78723" x2="45422" y2="78723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6212370" y="5406947"/>
                <a:ext cx="1302114" cy="439493"/>
              </a:xfrm>
              <a:prstGeom prst="rect">
                <a:avLst/>
              </a:prstGeom>
            </p:spPr>
          </p:pic>
        </p:grpSp>
        <p:pic>
          <p:nvPicPr>
            <p:cNvPr id="9" name="Resim 8"/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9489029" y="1004757"/>
              <a:ext cx="1181100" cy="11811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9804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9</Words>
  <Application>Microsoft Office PowerPoint</Application>
  <PresentationFormat>Geniş ekran</PresentationFormat>
  <Paragraphs>1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Teması</vt:lpstr>
      <vt:lpstr>PowerPoint Sunusu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windows10</dc:creator>
  <cp:lastModifiedBy>windows10</cp:lastModifiedBy>
  <cp:revision>6</cp:revision>
  <dcterms:created xsi:type="dcterms:W3CDTF">2024-07-14T11:22:24Z</dcterms:created>
  <dcterms:modified xsi:type="dcterms:W3CDTF">2024-07-14T12:15:04Z</dcterms:modified>
</cp:coreProperties>
</file>